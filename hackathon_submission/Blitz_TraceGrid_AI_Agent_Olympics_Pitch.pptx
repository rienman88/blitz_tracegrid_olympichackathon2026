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a044630c8e419e" /><Relationship Type="http://schemas.openxmlformats.org/officeDocument/2006/relationships/extended-properties" Target="/docProps/app.xml" Id="Ra126cc501ea94fe8" /><Relationship Type="http://schemas.openxmlformats.org/officeDocument/2006/relationships/officeDocument" Target="/ppt/presentation.xml" Id="R0461c30b3d7b46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8ee6afc393458f"/>
  </p:sldMasterIdLst>
  <p:notesMasterIdLst>
    <p:notesMasterId xmlns:r="http://schemas.openxmlformats.org/officeDocument/2006/relationships" r:id="R3938b00a524c4e23"/>
  </p:notesMasterIdLst>
  <p:sldIdLst>
    <p:sldId xmlns:r="http://schemas.openxmlformats.org/officeDocument/2006/relationships" id="256" r:id="Refc22b399a864820"/>
    <p:sldId xmlns:r="http://schemas.openxmlformats.org/officeDocument/2006/relationships" id="257" r:id="Rb9755468903c4e6f"/>
    <p:sldId xmlns:r="http://schemas.openxmlformats.org/officeDocument/2006/relationships" id="258" r:id="R6ac5408cc13748c4"/>
    <p:sldId xmlns:r="http://schemas.openxmlformats.org/officeDocument/2006/relationships" id="259" r:id="Ra14003c209ca4d68"/>
    <p:sldId xmlns:r="http://schemas.openxmlformats.org/officeDocument/2006/relationships" id="260" r:id="Rf336557c428d499b"/>
    <p:sldId xmlns:r="http://schemas.openxmlformats.org/officeDocument/2006/relationships" id="261" r:id="R4a8563594fb74662"/>
    <p:sldId xmlns:r="http://schemas.openxmlformats.org/officeDocument/2006/relationships" id="262" r:id="R3dc49bde8d784fc9"/>
    <p:sldId xmlns:r="http://schemas.openxmlformats.org/officeDocument/2006/relationships" id="263" r:id="Rea43d8e9d9bb45ae"/>
    <p:sldId xmlns:r="http://schemas.openxmlformats.org/officeDocument/2006/relationships" id="264" r:id="Re38964f977cf48a8"/>
    <p:sldId xmlns:r="http://schemas.openxmlformats.org/officeDocument/2006/relationships" id="265" r:id="R2332cb13489d4b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ee6afc393458f" /><Relationship Type="http://schemas.openxmlformats.org/officeDocument/2006/relationships/theme" Target="/ppt/theme/theme1.xml" Id="R22d60d5549834016" /><Relationship Type="http://schemas.openxmlformats.org/officeDocument/2006/relationships/notesMaster" Target="/ppt/notesMasters/notesMaster1.xml" Id="R3938b00a524c4e23" /><Relationship Type="http://schemas.openxmlformats.org/officeDocument/2006/relationships/presProps" Target="/ppt/presProps.xml" Id="Rb537a12e71e74c39" /><Relationship Type="http://schemas.openxmlformats.org/officeDocument/2006/relationships/viewProps" Target="/ppt/viewProps.xml" Id="R841302ef5ed0428e" /><Relationship Type="http://schemas.openxmlformats.org/officeDocument/2006/relationships/tableStyles" Target="/ppt/tableStyles.xml" Id="R84d2cdfd0f8c461c" /><Relationship Type="http://schemas.openxmlformats.org/officeDocument/2006/relationships/slide" Target="/ppt/slides/slide1.xml" Id="Refc22b399a864820" /><Relationship Type="http://schemas.openxmlformats.org/officeDocument/2006/relationships/slide" Target="/ppt/slides/slide2.xml" Id="Rb9755468903c4e6f" /><Relationship Type="http://schemas.openxmlformats.org/officeDocument/2006/relationships/slide" Target="/ppt/slides/slide3.xml" Id="R6ac5408cc13748c4" /><Relationship Type="http://schemas.openxmlformats.org/officeDocument/2006/relationships/slide" Target="/ppt/slides/slide4.xml" Id="Ra14003c209ca4d68" /><Relationship Type="http://schemas.openxmlformats.org/officeDocument/2006/relationships/slide" Target="/ppt/slides/slide5.xml" Id="Rf336557c428d499b" /><Relationship Type="http://schemas.openxmlformats.org/officeDocument/2006/relationships/slide" Target="/ppt/slides/slide6.xml" Id="R4a8563594fb74662" /><Relationship Type="http://schemas.openxmlformats.org/officeDocument/2006/relationships/slide" Target="/ppt/slides/slide7.xml" Id="R3dc49bde8d784fc9" /><Relationship Type="http://schemas.openxmlformats.org/officeDocument/2006/relationships/slide" Target="/ppt/slides/slide8.xml" Id="Rea43d8e9d9bb45ae" /><Relationship Type="http://schemas.openxmlformats.org/officeDocument/2006/relationships/slide" Target="/ppt/slides/slide9.xml" Id="Re38964f977cf48a8" /><Relationship Type="http://schemas.openxmlformats.org/officeDocument/2006/relationships/slide" Target="/ppt/slides/slide10.xml" Id="R2332cb13489d4b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11fe9c862d147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9b12d5184a4a23" /><Relationship Type="http://schemas.openxmlformats.org/officeDocument/2006/relationships/notesMaster" Target="/ppt/notesMasters/notesMaster1.xml" Id="R2d9828fa9cff43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a8ce7e35c24d1e" /><Relationship Type="http://schemas.openxmlformats.org/officeDocument/2006/relationships/notesMaster" Target="/ppt/notesMasters/notesMaster1.xml" Id="Re2dda421b62740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145485e143455b" /><Relationship Type="http://schemas.openxmlformats.org/officeDocument/2006/relationships/notesMaster" Target="/ppt/notesMasters/notesMaster1.xml" Id="R45f29f533e7f46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063e2a73624738" /><Relationship Type="http://schemas.openxmlformats.org/officeDocument/2006/relationships/notesMaster" Target="/ppt/notesMasters/notesMaster1.xml" Id="R2a86a08629da45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807b285bc349ee" /><Relationship Type="http://schemas.openxmlformats.org/officeDocument/2006/relationships/notesMaster" Target="/ppt/notesMasters/notesMaster1.xml" Id="R33f6b268dd644d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116b1b531c472a" /><Relationship Type="http://schemas.openxmlformats.org/officeDocument/2006/relationships/notesMaster" Target="/ppt/notesMasters/notesMaster1.xml" Id="Re080359aab1a49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8726655d7e4bc0" /><Relationship Type="http://schemas.openxmlformats.org/officeDocument/2006/relationships/notesMaster" Target="/ppt/notesMasters/notesMaster1.xml" Id="Ra5face7fed194a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acd92dd068478c" /><Relationship Type="http://schemas.openxmlformats.org/officeDocument/2006/relationships/notesMaster" Target="/ppt/notesMasters/notesMaster1.xml" Id="R679f7d71500c46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3cc98f2e074035" /><Relationship Type="http://schemas.openxmlformats.org/officeDocument/2006/relationships/notesMaster" Target="/ppt/notesMasters/notesMaster1.xml" Id="R619096391dee43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da16df35d04da1" /><Relationship Type="http://schemas.openxmlformats.org/officeDocument/2006/relationships/notesMaster" Target="/ppt/notesMasters/notesMaster1.xml" Id="Rb513ef1db02e44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60fd80e58409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71bea8269b4a25" /><Relationship Type="http://schemas.openxmlformats.org/officeDocument/2006/relationships/slideLayout" Target="/ppt/slideLayouts/slideLayout2.xml" Id="Raf07ad01085c4a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07ad01085c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49d2cc3d6845d7" /><Relationship Type="http://schemas.openxmlformats.org/officeDocument/2006/relationships/notesSlide" Target="/ppt/notesSlides/notesSlide1.xml" Id="Rdc8b2d239bf145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fe8707283e4748" /><Relationship Type="http://schemas.openxmlformats.org/officeDocument/2006/relationships/notesSlide" Target="/ppt/notesSlides/notesSlide2.xml" Id="R19a0d766a3a24c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c297755c7b449d" /><Relationship Type="http://schemas.openxmlformats.org/officeDocument/2006/relationships/notesSlide" Target="/ppt/notesSlides/notesSlide3.xml" Id="R35d704b7537849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4185d32c24c03" /><Relationship Type="http://schemas.openxmlformats.org/officeDocument/2006/relationships/notesSlide" Target="/ppt/notesSlides/notesSlide4.xml" Id="R2cba6240b13a40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6389730ed64f4d" /><Relationship Type="http://schemas.openxmlformats.org/officeDocument/2006/relationships/image" Target="/ppt/media/image.jpeg" Id="Ra9b960a39d3a41b0" /><Relationship Type="http://schemas.openxmlformats.org/officeDocument/2006/relationships/notesSlide" Target="/ppt/notesSlides/notesSlide5.xml" Id="R34f569a78cd84f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66a71e0864090" /><Relationship Type="http://schemas.openxmlformats.org/officeDocument/2006/relationships/notesSlide" Target="/ppt/notesSlides/notesSlide6.xml" Id="Rf942b16abc444b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601cb2bb484a51" /><Relationship Type="http://schemas.openxmlformats.org/officeDocument/2006/relationships/notesSlide" Target="/ppt/notesSlides/notesSlide7.xml" Id="R7ad961e45c7546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4ccb065e0a4fec" /><Relationship Type="http://schemas.openxmlformats.org/officeDocument/2006/relationships/notesSlide" Target="/ppt/notesSlides/notesSlide8.xml" Id="R4b6cf2ba6b194d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c8101baa884f00" /><Relationship Type="http://schemas.openxmlformats.org/officeDocument/2006/relationships/notesSlide" Target="/ppt/notesSlides/notesSlide9.xml" Id="Rb86122a878574a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8b070b59a4491b" /><Relationship Type="http://schemas.openxmlformats.org/officeDocument/2006/relationships/notesSlide" Target="/ppt/notesSlides/notesSlide10.xml" Id="R2c97a6a678974c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DF18A-2A38-4242-BEEB-5F7A020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FAE73-477B-430A-A55F-9901CBE2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2FDF1-3237-45A4-8FC0-03225E32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9761E-9868-4762-8462-7E613F9C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1CFAD-2B80-4852-94DE-C3750CC9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7DDFD-F504-466F-A674-1F844E90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27109-FF7E-42BA-ADAD-FF629042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8F4F9-665D-4B3D-B365-DDA54C91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D5D9F-1621-4249-812F-0D1C7DA8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9F277-7902-4A18-94DF-1242D22A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F3815-BECC-409B-8FBF-34B8BAE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5B9C4-D222-46ED-B879-24023341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2A721-63AD-4F09-B9C7-173DD136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2F21F-2198-4AC2-A3F3-2A9F8ABE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AAAF0-0A73-47E1-A5DA-1E81321A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5E2F3-F781-44DA-B345-EE743331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C56F5-BBD3-4F63-99A7-74342BCD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4B5A4-49C3-45AE-AE71-EED21957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56155-72A2-49FB-A145-FFF6FCA5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D44BE-E916-45DE-A964-00F7A454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DDB1B-1B26-4D3E-AC34-6936454B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2DADB-EC25-4A60-A0F0-C131AC7B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1DB90-6A3D-4D98-B786-3BA65750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08AA3-C14B-4F14-9D1B-93381E5C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D1CA7-D260-410E-B9BF-605315BF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2D65B-64C3-4A88-B573-56FAAF0C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C72600-B94A-4882-B72D-CE44A97B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AE446D-D9D6-4082-80DC-BFFFF7FF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F73DA-FEB9-4C49-8792-87ABCD71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440726-7331-4941-8D15-26236980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rPr>
              <a:t>AI AGENT OLYMPICS SUBMISSION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834680-530F-4388-AD96-CEA48FB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79FF10-C1B0-410F-9833-25F2B966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2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278"/>
                </a:solidFill>
                <a:latin typeface="Aptos"/>
                <a:ea typeface="Aptos"/>
                <a:cs typeface="Aptos"/>
              </a:rPr>
              <a:t>AI Agent Olympics Hackathon | Milan AI Week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5887F8-63D8-493C-94EF-2793A5D8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590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Blitz TraceGrid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6A23BB-DB38-45C2-AEC7-B862814F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ADE8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4ADE80"/>
                </a:solidFill>
                <a:latin typeface="Aptos Display"/>
                <a:ea typeface="Aptos Display"/>
                <a:cs typeface="Aptos Display"/>
              </a:rPr>
              <a:t>Visual AI Runtime Intelligence for software systems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86895D-F199-4653-A123-5CB105D1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We convert repositories into graph-grounded execution stories, then use specialized agents to explain structure, security risk, and root-cause evidence.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A8840D-0F8B-4330-B44D-921469A0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4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E73685-1D85-4320-ACCE-D1ADD1E0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STATIC CAUSAL RECONSTRUCTION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861EE2-97A7-4776-AED1-FD816207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574A62-528A-4DDF-874F-6B9556FE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81425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AGENTIC INVESTIGATION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EA6F9F-9408-4A63-A8A6-2C4F15A3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4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DBF731-55E3-4C04-A8FF-6577A1BB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814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VULTR DEPLOYED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FB7769-01A1-4200-93AF-D9DD8726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EE6E30-5711-4508-9DA2-AF96F12C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763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Trace target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B10777-BDAB-4567-99CC-E93D0446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240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selected node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83CE12-8263-4371-9BBF-2B352B52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24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06EFA3-1B78-42C7-A0B9-E2916EE2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A15283-D74F-4B52-8587-B7495391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43225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Replay path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CC9F50-9619-4FDC-BD27-48BECFA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90925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causal steps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01360D-FFB3-4454-A51F-3396AF4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909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CD4D7A-2DE8-4562-AE1B-D87D163B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18F949-0438-4D53-BFAD-F4346C1C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101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AI verdict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AADA46-2049-4056-A0C8-B7D0B4C7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578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root cause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8AEC17-3014-44E7-B3B2-36BD6568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2578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OUTPUT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47A42A-316E-4F2D-9B72-2897CE94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8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A41041-6F8C-4208-9A20-91D36F35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1462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09F8B6-07E9-4896-BB17-DE322F01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57625"/>
            <a:ext cx="28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A4AA89-E6FE-42A9-9E89-83953A80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3815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65D076-BCDB-4B87-AFB2-B988CC76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ADE8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4ADE8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89BD55-865F-486D-81FA-768A5BC6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autonomous investigation button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F57CFD-8732-4066-B4D0-D0E1F95F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53E15A-C0BD-49F2-AC0A-FA827C84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29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graph-grounded reasoning agents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C87206-A6C2-40FD-88CB-9E3B5599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577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F04FAA-5064-4934-871A-D9BB3DEC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GPU management required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5B588C-F7FF-4C9E-B8A1-99F55FAF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8655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BA506E-D0C1-4EA0-B264-EF541BCD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D405A-7CA0-4145-A9E9-5BD25FC2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9F0E8-D048-405F-BFDA-50E789C8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57852-118E-4212-A9E3-7B986F7F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F469C-648D-427B-99C8-F083EB69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C822C-FD5D-4C41-8255-4B7C384E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E59DE-7A5D-4B71-97DD-B7F9B8AF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B3958-8385-4C0C-870B-73453D52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11086-CDAF-4A6E-8EB1-BB5E870F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4E958-0555-481A-98D1-0EDD517F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FBE83-CF79-4F9E-B1F3-FABF2F1B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8AABA-864B-4A94-93B0-CC2F5794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64415-EAC3-4FD4-B756-959CA170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0F547-D9DB-4EA3-B36D-A327460D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CCCCD-668B-4DFC-B761-97972E62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7A599-9E3E-4824-87E1-A4C33A46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485C9-1398-4F6A-BAC9-E4B60139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A4AB2-69C9-4193-92D1-F9FAB00D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9CE18-7B0D-4AC7-B6C4-E0AE2326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B62EA-1E7D-4777-B2C9-8578C6CC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B6FC6-BE65-4799-A8B0-BE1B7C8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8535A-7F86-44AD-96E3-D6DE8B27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BCE29-6251-4AF1-9EF7-75F8734E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7B126C-BAF0-496E-B8E0-0199709E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E9628-279B-4469-AFB4-ABCCF2DE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77D5E8-6ADC-4EAF-B25E-D68B4B0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03DD7A-AF06-449C-A92D-0E36B21E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43F519-88D7-42EC-9F05-D5F0BB59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815BC-ECBA-4EBE-98CC-7A8F4BF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69E24-4888-42F3-9F6E-F2996631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rPr>
              <a:t>THE ENTERPRISE PROBLEM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94083-D60E-4C0B-9393-C0536F05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181B6C-C7C8-434E-AA62-72F07811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2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278"/>
                </a:solidFill>
                <a:latin typeface="Aptos"/>
                <a:ea typeface="Aptos"/>
                <a:cs typeface="Aptos"/>
              </a:rPr>
              <a:t>AI Agent Olympics Hackathon | Milan AI Week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E44A88-5DA9-41F8-A410-59473DBF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AI can generate code. Teams still cannot see behavior.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B71E6D-F8C8-4F6C-A13E-2BCB7DA1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The next bottleneck is not writing more software. It is understanding what user actions, API calls, and agent workflows actually cause.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BCDE54-0B9F-4AE3-B709-6E2801CE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2476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800383-0244-409B-A069-5D9D06C5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381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4D54CC-1E66-4459-A11F-370A547C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Fragmented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86B753-B225-43CD-AA02-0AF96E49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21526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Logs, traces, source files, and agent outputs live in different places. The story of execution is scattered.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22186A-1673-4B73-930F-C87A8D23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2476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48EB12-A4E3-48D7-A190-0591C5A2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381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0B0B16-7FD2-490B-8513-C914F789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76575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Opaque AI work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3A08F3-9A95-46AF-BACC-235DEE04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57575"/>
            <a:ext cx="21526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AI agents call tools and APIs, but teams struggle to inspect why one action caused another.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F82999-151E-4A57-BB0E-D22D9F21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476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215E2D-7A13-428F-B154-6DF0F645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381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3528D1-03B7-418F-A85C-6E2DE0BF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76575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Security blind spots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7340B5-FF47-44D6-8D19-76C3B18A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21526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Attack surfaces hide in flow boundaries: auth, API routes, sessions, database lookups, and external calls.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EA00D4-CB34-476F-8FE5-3F66A7FF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05125"/>
            <a:ext cx="2476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AC6CB7-1FD9-4FD5-B455-EF997A77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05125"/>
            <a:ext cx="381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6598CC-B6A7-4C4B-8C8B-1DD20C7C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76575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Demo vs diligence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805C17-BA6B-4223-8C90-0C778CDC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57575"/>
            <a:ext cx="21526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A graph can impress judges, but it only survives diligence if every explanation is grounded in evidence.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B826A4-C1CD-4ABF-9392-42A8665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TraceGrid's answer: reconstruct execution as a visible causal system, then let agents explain the graph instead of hallucinating around it.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7CB6DE-C48A-4319-BB0F-BF4B75FB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89414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C6548F-05DE-4A9D-A1FA-C22DFE26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42CCD-F643-45A3-9DA3-FC944F16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976D4-5E0C-4FA3-8779-8D968C16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2ED9A-54FC-4179-BF09-F27CF8A2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E0F10-5694-4364-A100-D381D94C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26039-B319-4A91-A213-26F707EE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3C520-44D3-499D-BD39-9033CE4B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A1157-57CE-4833-B28D-494545BA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E5B30-7C38-4AC9-AE9E-9F97B370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3AC14-E978-4606-9B61-5A5BB57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BB581-2E32-4742-98D0-07BE94CC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CF52D-1FE4-4318-B476-CB92F15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32908-840F-4681-AEDA-709774E0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020CD-B857-47F0-AB3A-F80AFB4D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E40BB-6274-480B-86E6-009B9E11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0A274-19CA-482A-AFEF-24948E49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4168B-8D75-454C-9A51-B47E9732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A21F3-BE09-4389-89BD-25731A50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39EB4-E3BB-4C9F-84D5-6975ADF0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33A97-4B8D-4560-A238-57907DBB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DDEBC-8F8A-4390-9036-17DCB7E3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C6F02-EF19-4C2F-9C91-749034E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43423-54A1-42E3-8E8B-7F4BAC6C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ED619-AE02-4B84-A258-C6A4E077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0700E-C924-4FE0-AAA7-288C4F5C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66208-7E58-4821-8BF5-340A2874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81C23-5926-49AF-8C17-CB64A5AF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A71D6-A26C-46B0-A1C9-93B6215A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B3D043-34B8-46BA-8001-649F621C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20A099-3E97-4132-A574-8F878FF2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rPr>
              <a:t>WHAT TRACEGRID 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42B923-C3D1-4B75-A821-099730D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4D3107-9C7B-4D1A-842C-F04AED00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2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278"/>
                </a:solidFill>
                <a:latin typeface="Aptos"/>
                <a:ea typeface="Aptos"/>
                <a:cs typeface="Aptos"/>
              </a:rPr>
              <a:t>AI Agent Olympics Hackathon | Milan AI Week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AD29B3-DE80-4FD1-8DD1-E4F6587B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09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 causal intelligence layer between code and human judgment.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29761C-DC97-4740-9DF6-F6FB76E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TraceGrid turns source structure into a graph, selects a replayable path, and makes agents reason from that same evidence.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87BC4-E410-4E34-BDA2-4B3DDF1C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PIPELINE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1C24FB-E8EA-477F-918D-C73E47D2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E01373-839D-48AE-9B1B-4E903642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Repository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2D8CF5-C1AC-4ABB-8A82-DC331FA3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GitHub/local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F6324E-350F-4912-9BCB-0D6EF150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719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082E4A-9544-4FD4-A607-AC915BC7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9432B6-2BBC-4C19-8FF8-E58A413B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71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AST-lite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238BEB-12B5-48C5-ADD6-5DC80C6B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719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Python + TS/JS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B1A9C6-6232-4AC6-A058-C0590F33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719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EVIDENCE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9EFCD0-2D66-4AEC-8C89-EB502E97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5865AA-C4C4-4667-8AB5-EEE5BE5A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Causal graph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468E9E-A94E-4F8A-8B15-EFFC9336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719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nodes + edges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29D67B-5FD1-486C-8408-009EE036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MODEL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147C24-0718-4514-B92E-123A7517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38500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F4901F-E76F-4629-BA94-1267B9C2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71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Trace slice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1B3F1F-26AB-4A8D-B863-77B8ECEF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bounded context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959115-5A35-45DA-954A-7545B1B5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FOCUS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9FEAA9-D8A6-4369-8814-257ED184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86C2A7-2305-44AC-9B30-CD41ACBB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71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Agents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0F2491-4758-4D33-B3A0-F39F3FBC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verdict + story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FF22DA-7099-41A3-802C-25B0F733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7719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AI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2335F5-BF7E-4E8E-89F5-A111CA0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385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3C4CED-3AC2-4C16-B985-A2E7910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1472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C29E40-C7CD-4F3B-92AE-A042B31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626150-ED30-433A-AE3D-BB294246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1472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25649A-47CE-42B5-AD83-A39A4754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451CD2-D057-4F92-BEB2-1DBE9C55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1472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18700E-655A-4E53-ABDE-865E91CD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4C7DDB-1987-49FF-AB10-B0DAE2E7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1472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B84E83-7D95-40C5-B73C-DF60CDDE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57750"/>
            <a:ext cx="948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4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CF3724-0458-412A-AAB4-200C3B49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29200"/>
            <a:ext cx="891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Current milestone: graph-grounded static causal reconstruction. Roadmap: runtime instrumentation and deterministic replay.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1DC01C-F725-4869-B0F4-C9F5651E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0531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547F6-A032-4929-B9C8-657096C2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013C0-E918-48E3-B590-435CA437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8F9F2-498A-455E-AD93-58540C70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BB111-7919-4FA6-8CA1-04F78DFE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B975E-A558-476A-9481-AEBF1BEE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12CF1-5F7C-4770-A5DD-51267EFB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3F7B3-09A1-4C98-B5B9-7AC50C38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3FA61-370C-4FFA-B49A-77128186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2B0D2-5AEE-452F-9F0B-C04AD687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092A0-DDD4-44E2-A0D7-634B27EE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EA242-09B5-4B5C-A324-F0BDD4CA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0C7FD-3360-42E9-B33B-46E474E4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B321D-5D26-4F01-A1FA-853A2D68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DA68D-42B6-4030-9F12-15FC2C33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DB3A4-5DBD-4BF7-9C2D-2593C5B1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47B28-0334-43F0-B862-3A6477AF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0D3C5-3FA5-478F-93C0-52F4B5EE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7AF1A-9CEC-49C6-B4EF-18D2943B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A9A53-DBCF-4EAE-ABFE-5FD436FC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F6E19-6C1E-434B-9028-EEEB5815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CB06B8-0544-424C-99FC-E6C76087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545E3-F030-4659-918C-8928F581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A06586-B178-47C7-B744-55F899E2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19FB7-ABD4-4412-B424-F7D7F174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9549D-4434-4EAA-8C96-1C011A04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A15AC-DF84-4652-ACA2-CAEE019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1ACD7-E4EC-454A-B900-5CE6A701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27AA7-9F75-4016-9C73-7B326F94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4B2675-0B08-4132-A1CD-54A7803B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487ED1-B48B-4342-A0AA-8C751DF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rPr>
              <a:t>DEMO 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A196BA-DBF9-47C8-8D90-EC6C2277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619E3-A444-4A90-95F7-666E2F59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2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278"/>
                </a:solidFill>
                <a:latin typeface="Aptos"/>
                <a:ea typeface="Aptos"/>
                <a:cs typeface="Aptos"/>
              </a:rPr>
              <a:t>AI Agent Olympics Hackathon | Milan AI Week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E02904-CF33-4963-B2C2-F126FEE5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38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The demo is staged around one mental conclusion: software becomes watchable.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6717F2-EFAE-45DE-A480-F789D323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JUDGED SEQUENCE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689754-52E6-4240-B3C8-CE18571A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668866-B2CF-4A16-9931-5E62CD9D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Analyze repo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8C445D-B16B-490C-B4E6-46F6F2D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full graph reveal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446497-819A-43C9-B20F-D0BBAF5C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62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779FF4-B46D-40A7-9F98-40BCB832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479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715048-1F97-47BF-8902-CD7E3238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Pick target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C790AD-BCD4-4517-A3A6-6EA79210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623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click or type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4B3C5C-6B3B-4539-96C4-544DE114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62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9C20E4-5347-4FE5-9230-67DD6A51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86E08F-B913-4DBE-94CD-2B22A073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Replay path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9B8198-4064-4A07-90BA-25B8496C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ordered steps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63CDD7-081B-4FD8-A92F-9735329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62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122A0C-155E-4267-9AA8-F4325C7D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479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F14577-44C3-4BEA-9BFF-9C41CF17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813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Agent verdict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84E65A-FCEC-420B-9AC8-6D5C17C6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623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root cause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48218B-6C72-4385-8981-83726DC2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62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9261FC-36AC-4045-8E73-51551785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3847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4CDBEA-C6AB-4577-8AAB-141EDBF9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146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56DE19-1A46-41D4-B3DC-1106C078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3847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412671-B219-49D2-8DB5-4C23B896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146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445FB4-E8B1-4685-8DBE-8F201721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3847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8B350F-7571-43A7-84DC-AFBB70D0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9146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274864-BA47-4A0F-A047-C0D2D994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Trace slice: visible connected context around the selected node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1D41D9-7E9C-4E8C-98D1-E77895D9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DE8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4ADE80"/>
                </a:solidFill>
                <a:latin typeface="Aptos Display"/>
                <a:ea typeface="Aptos Display"/>
                <a:cs typeface="Aptos Display"/>
              </a:rPr>
              <a:t>Primary replay path: the step-by-step route selected for animation and explanation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2D9FF8-39E1-490D-A723-A6BF4602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19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This prevents the graph from becoming noise. The user sees both broad context and a clean execution story.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4B454B-B395-4B69-A23F-9D3000A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89400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F22845-431C-4AE2-9BBC-6D1294B6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F552B-ADF1-49AA-AEA4-6539EC0A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1DC00-D496-44F8-8A90-5372F8C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D054B-B27A-4AE8-A521-943C57E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EDFC0-E435-4167-B214-65A58D6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3E71B-C0EA-4481-B2F4-F2E24ABD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0406F-DCFD-4704-8D32-51C8344D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88DC5-06F2-42D7-901C-941EED92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BA590-80E9-4641-91E7-2D8C56F5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EA20B-446A-401E-8584-9E61ED70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C3AC5-4A97-48EC-8C6E-F31EAD06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453C7-9926-4B43-9077-A235C7BA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6D020-8C91-4CE4-BA54-5962A770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873AB-E793-4BA6-A0EA-94A6A44E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FEF91-1C5B-4F8F-A8EF-BFE41174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C1048-3ADF-45FB-AC3A-94B6D6D4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FD1F9-5884-4E0E-8C5C-4A296387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6DDED-438E-4A24-9082-5F08F97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4C39C-4F44-40B1-A9BA-16BF7115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B62E3-3141-40DA-9D04-C9C87EEE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9FD3F-D8B0-4E96-999A-09F9FBA4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7DB1E-41E9-4683-AAE1-8F1D96EA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37E7C-D7B5-4FBE-ABBC-B3D192D6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3752A-026C-4D1C-9C23-14A0AFD3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59B21-88DD-4A98-AAF3-3E35E46E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1B93A-3282-4C62-B597-B8E21AE6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DBE84-BA2A-44B7-A851-52236C97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67E52A-1AA0-400B-982F-39980D24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138A0-BBE3-43FA-A655-EE8D9EF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80467-C7DA-479D-9F37-78184BDE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rPr>
              <a:t>PRODUCT 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58435E-37DE-4BC6-ACA2-532CA279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0445B2-819F-4F62-AD5D-2C93FF3D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2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278"/>
                </a:solidFill>
                <a:latin typeface="Aptos"/>
                <a:ea typeface="Aptos"/>
                <a:cs typeface="Aptos"/>
              </a:rPr>
              <a:t>AI Agent Olympics Hackathon | Milan AI Week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A78BE2-0A4A-4474-9BC3-58B7C2B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The interface turns graph complexity into a guided investigation.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FE06C5-BF56-4378-BB1F-1E7993A3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The user can analyze a repository, focus a trace target, inspect risk reasoning, run agents, and replay the selected path.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960a39d3a41b0"/>
          <a:stretch xmlns:a="http://schemas.openxmlformats.org/drawingml/2006/main"/>
        </p:blipFill>
        <p:spPr>
          <a:xfrm xmlns:a="http://schemas.openxmlformats.org/drawingml/2006/main">
            <a:off x="3382433" y="2781300"/>
            <a:ext cx="5350933" cy="30480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D618C9-E533-42EA-BEF4-A64CA745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2725"/>
            <a:ext cx="107061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840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C1DB3D-4CA6-4F52-9F36-6834A621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46674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0502CE-153B-44DB-B1CB-7CB7319F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6DA21-AADB-40C8-930B-BC2323E0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70518-A4C3-46D0-9106-DA9213E9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AE634-AC54-4896-8E65-E87EACCB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2B48D-7732-4565-A44C-60B405E8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9ED2D-92E8-482A-B0A6-DEFE33AE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77E57-D3A8-4AF1-8C97-4C11A642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B3CD4-D861-4049-A84A-06AC2702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DAC81-AFA8-42E4-89C1-03CFDD28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E68BD-96CB-4A90-BB2E-92C2EF64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72889-FFC3-4639-AE9F-B1F9E8FA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9951F-6FF4-445E-8C59-CB941BA0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876ED-4C67-42AD-8D49-D41FA911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78B21-9923-4176-A228-4D48CE6B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B10B8-F842-44B7-A6FF-7CEB4666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09AC0-96F7-4438-AC80-72BE3A5B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7E632-FDF8-4F5C-8E07-2AE94FB2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796B4-E494-4B08-9B14-BBABF2CE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C3495-1625-4D9B-9EE9-D41FF6B5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792B6-0D2A-420A-81F5-E39DCC0C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BF200-C3AC-4B2C-8986-D51B9F62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25265-5383-4F9A-8ACD-C992A8D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E3EDD-1451-4FAE-B9A6-EE2C73A3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79440-1AA1-4032-B705-D95C2854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0E1E5-15A6-47E7-A9C5-0EB2F0E9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18E5A-4857-4497-AF2C-292E6542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D47F69-6BFD-49DE-9DA9-CDD64AFA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2FDAC-D5CA-44A2-984B-663131D2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CF106-E3D3-45BE-90B5-A08F6FB3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CC8946-202C-45BA-A2AD-2E103161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rPr>
              <a:t>AUTONOMOUS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376A34-948F-4552-8700-89507044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4F4B7A-D9D0-465A-8238-BAA6DC28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2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278"/>
                </a:solidFill>
                <a:latin typeface="Aptos"/>
                <a:ea typeface="Aptos"/>
                <a:cs typeface="Aptos"/>
              </a:rPr>
              <a:t>AI Agent Olympics Hackathon | Milan AI Week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C26A94-3A96-4824-90F8-A0144B86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952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Run AI Investigation is the hackathon memory anchor.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F34BA6-B233-4428-917B-DBCE4D9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800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One button turns a repository map into a graph-grounded investigation verdict.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87FCD8-8B31-475C-A7D1-5916FE25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AUTONOMOUS STEPS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080404-7412-41E1-B767-32D1BDE2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8C1A6-AEB8-4225-9825-9A207899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Analyze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284DBA-6252-4623-872C-AA06FB33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432343-1781-4F64-AAA0-891F4403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8F79C0-70FD-4C19-AC83-A49C5570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76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F9BB09-A278-417D-8AB9-F9A09B4A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528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E49EFD-FD09-48AF-B1F7-7DEECE5D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D52741-C3BF-4374-B3DC-C958C9DA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Score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2ADB9B-1983-4E82-AF19-8C37027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433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risk + centrality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9E6135-84AD-4EF1-8037-12E8AC98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E2ACE2-2CA2-401A-9459-DBAF08AD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76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904572-CAE2-4702-89E9-3CDB8091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528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88A79E-1D95-4AA5-8834-B8BF405D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2DC61F-435C-4854-8141-65936DBA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Trace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2485C1-967E-4DA8-9AA2-DC38993B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76652C-3A4A-411E-9F64-66441C56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52F5A4-ED81-4B68-82A7-FE8FF99A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3184DC-A489-4ABA-9AFB-489EBD13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F059EF-C75A-420A-8654-E210E7DD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F3A0B4-0C17-4ADF-B6C4-CD181668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766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Reason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014630-B0CD-4CAA-A043-D4008A09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433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4 agents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C8EB4A-785A-4D79-BF2A-36920998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78B4E8-DB28-4AAF-B0D7-721CF0FA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76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6C06CD-C9B1-41F6-B744-50D9AB5A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E0A23B-BD63-4136-8355-541D4FCB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6120E5-F36A-4295-A2CF-2920F2D8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766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Verdict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DC749A-AB45-42D3-830C-F12B5242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433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E60D9D-197F-4F09-B53B-70992FE1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26BEA4-7447-47B9-95B2-FF6B3C48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3106BC-2DE8-4E63-A1DE-D7AC9459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32920B-E079-4801-9152-06F3DAAA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Root Cause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1324EA-73DE-41DA-890D-3A61E07F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Why this target was selected and what graph evidence supports it.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4BB429-E309-4B6A-85DB-57CD1CD7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7200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92B9242-13F2-4259-9032-473DA16A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720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42A85D-2382-4E83-9406-15595F4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434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Attack Surface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53C045-05ED-4CBB-8F6E-A0D9A96D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244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What exposed, sensitive, or boundary-crossing risk exists in the slice.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AC0BF4-DAF8-42E5-BF12-88CAA35E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33EFBF-24EB-42C7-9066-0D7DD58C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0C35555-5200-411E-B910-985717BB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Replay Path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D5BDB4-4639-4BD6-89CB-10676BAB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244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The exact primary route selected for animation and explanation.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6C1DBA-F3C8-4BAE-85BA-0B25F3FF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DADB0B1-083F-4535-896D-237C0FDA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68FBAFF-06E1-4536-9074-E4F941B4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434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Recommended Fix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89E608-38E8-4AE3-972D-702522B7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244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Next control to validate: auth, telemetry, data-flow, runtime tracing.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4CA807-2A20-4EC5-B9AA-4897F21B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0"/>
            <a:ext cx="1428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4E3918A-AF29-4286-AF7C-6E3E4487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BDEEA35-10DB-43CD-933D-63785B87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434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Confidence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491F621-6EBC-4C1B-939A-89AAB1CB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124450"/>
            <a:ext cx="1104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Graph-grounded, not guessed.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1C9E050-7C81-4CE3-AC31-E0D339A0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85555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4DF981-5B16-4456-8C64-D876FF74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8F42D-0E40-4A52-B149-53DA8A2A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10D95-338B-4920-A0F4-6B75EC50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EB2D7-1061-4F56-B4F5-7424871A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859AA-DEAF-4E7C-AC13-C75B9EA7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121C8-46B6-4640-98E3-F5EA71A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24879-EDC0-49F4-A7E2-D3BE28EB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D42AC-A56F-42F6-827F-C5F78D16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47FED-5503-49B0-8774-7648F1FA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973AF-B1B4-4BDC-B340-9199C3ED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830EC-E117-4C2E-838B-56A05351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390DA-1E72-4F15-B04B-6148698A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C41F2-8E83-434E-9FAB-7932DFD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15592-AD8D-4316-BDBD-AB347F4E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3EF8F-01AC-4514-A139-62392753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15DB7-E2B8-41D8-A7AF-E5297F41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91C49-E6DC-4087-B801-F32E5E3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3BC15-35EF-42E7-AB36-82D8781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269E8-F2A5-4457-8E50-6AC593C0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B74C6-70D4-4BDD-9F8A-133288EE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29054-D6AC-408D-82E5-1F462FDF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15351-5AE5-45AA-BEE8-95468BA4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51A78-0842-4C4C-A18B-BF097A20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6B05B0-E4B4-4026-882E-6CCDC0C5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426283-01D9-46B6-94F0-86E2598E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C4CB1E-C0FC-4B59-92CA-7DBA6A9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C75E35-E37D-4478-B370-CE37D627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B4D68A-E761-4DFA-AD47-88375A27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F9B4DC-E276-41C8-84D8-8E6C7F73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B41EA4-5D5B-4FC2-9B03-AA62DF21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rPr>
              <a:t>SECURITY VALUE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C35A80-7038-4D3D-A84D-DF9596E4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9FE56-5B50-4D07-9360-7B827631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2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278"/>
                </a:solidFill>
                <a:latin typeface="Aptos"/>
                <a:ea typeface="Aptos"/>
                <a:cs typeface="Aptos"/>
              </a:rPr>
              <a:t>AI Agent Olympics Hackathon | Milan AI Week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B40C3D-2D73-4CAF-B838-AD2D489D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Security becomes visible when risk is placed inside the execution path.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2B6C3-393B-4FE9-B408-A4BAA4F3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TraceGrid shows where trust boundaries, auth checks, API routes, sessions, and database access appear in the causal flow.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28C2DD-C9E9-47AD-9A7C-71A2F28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544030-7F47-4BEC-A750-BAEECA67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Click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1DF7CA-EA48-42F2-AE38-BA5C9C10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4188CA-4900-41B7-8C0F-A2478FFE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718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EBECD6-DD6A-4E26-85D6-96F92BF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F94D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0C2833-8DF7-4C14-9C78-6D6B4B73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289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API route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F67362-A8CF-40AC-8616-6FB4BBF9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718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public boundary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51EBEE-F0A5-4660-BD8C-4E7A43A7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718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94D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94D4D"/>
                </a:solidFill>
                <a:latin typeface="Aptos Mono"/>
                <a:ea typeface="Aptos Mono"/>
                <a:cs typeface="Aptos Mono"/>
              </a:rPr>
              <a:t>HIGH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B64798-79C3-4965-8117-FFF43E08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95625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F94D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774269-A021-4B44-B28F-1C91EE9C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289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Auth middleware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DB70F4-D7FB-48E2-A81B-CDF8BAF5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718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F28CAF-2830-4752-9615-2CB85C07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94D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94D4D"/>
                </a:solidFill>
                <a:latin typeface="Aptos Mono"/>
                <a:ea typeface="Aptos Mono"/>
                <a:cs typeface="Aptos Mono"/>
              </a:rPr>
              <a:t>HIGH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FA1B4B-B7E8-4AAF-A1F5-20FCD506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95625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12"/>
          </a:solidFill>
          <a:ln xmlns:a="http://schemas.openxmlformats.org/drawingml/2006/main" w="19050">
            <a:solidFill>
              <a:srgbClr val="F94D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1C1F1E-4D41-4A34-B95B-8C175FB4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289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DB query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9A782B-E709-4EFB-B4DF-FD1A5867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identity 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83F5F7-33A3-49B1-B325-184303E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718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94D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94D4D"/>
                </a:solidFill>
                <a:latin typeface="Aptos Mono"/>
                <a:ea typeface="Aptos Mono"/>
                <a:cs typeface="Aptos Mono"/>
              </a:rPr>
              <a:t>HIGH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A6A262-25CB-4173-A4AC-4E177D31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57575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8CB6A8-3F28-4089-BC56-8A082C94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0C7C32-0BCB-47CF-873D-0AE64C05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57575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F2F642-2A9B-4B96-B3D1-9F94F201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37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B2D996-D211-4242-A203-3FE5AC4A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57575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418325-A563-4929-9EAF-83DDDA18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8403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17A8EE-2B64-4B20-AF70-5B812C4F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642532-74BF-4552-A5E1-E6C9E377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0BFB83-A6EA-4C72-856F-924E17FA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For developers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5EAC22-4B0B-42B3-BCA8-F5573513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See what one feature actually touches before changing it.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435EDB-7C5B-4091-8E69-8FBBE507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910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689671-3C39-40F6-8517-8E6E0D6D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910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8C63C9-557A-42D6-AA25-21A6A628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For security teams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D8E73F-6EB9-437D-98CB-7ACF1A5B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Find attack surfaces as flow positions, not disconnected alerts.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04C2B6-CC79-4432-A711-C86A3EE4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8EB47B-769A-4847-8B7B-6B4991A9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9890A1-BFA6-40C3-A791-59BFB43B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For AI governance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4A6AA9-F41E-4EB4-93E1-88DEA870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435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Audit agent/tool behavior through grounded evidence and replay.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DC334B8-535C-42A9-B5D2-5A2F8454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24222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EA0F6-9725-4861-BF8D-50A1EF19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88751-2C81-4350-9307-7A274FD2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AB8C1-9BEF-4611-9FC7-1F6BA702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53AA1-681D-4F23-BFCF-5382A3E6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D6410-C647-49F6-A5A7-A6AA20F0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9BAF9-39F1-434B-964B-FA377599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A7A01-E1CE-4CDB-BDC7-30CF1B3F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4F504-83F0-4309-94B1-5750811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177DC-0C0A-4BB6-9CDE-14F7091E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14577-3154-4EA9-9447-61EBBE0D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20BF2-9B0C-47D9-AD5E-962C7A25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D918B-1503-4EE8-A166-2F4E330F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9775A-6D6A-4B15-9242-281B5977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C8E18-BB3E-4ADF-822A-E27AFAFB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05A48-BC84-4C8A-B2DD-455728AF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EABA6-E3D1-4EF9-B85A-91FDADDF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8EEBB-E253-441C-B742-62BDF76A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85B12-F5DD-4799-B792-F7EA0F79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FFC33-4C62-48AE-B8CE-2181F4FF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B6BFE-A89E-46CC-974B-5181757B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16BA8-8BC7-4C4B-B0F7-346F5144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B5653-CA14-4B91-9D7A-9658611C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3B9DE-82B7-4241-ACCE-42FEE1E5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B8408-118F-432B-88F2-4D904699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79297-6076-468D-8083-25808C08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EBCDF-AFC3-4D61-B046-FB00E16E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7C90E-9EB3-4C9A-8614-9FEB1430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65F422-175D-4DC5-B14E-AF6C0C4F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1DDADC-9918-4606-8860-8DA4C066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52BEF6-12F8-4E4E-8F11-D66FC9DF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rPr>
              <a:t>HACKATHON ALIGNMENT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32E88E-29DD-48EB-8E70-445E6727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9D91F0-2CC1-4CB4-952E-A2F57F8D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2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278"/>
                </a:solidFill>
                <a:latin typeface="Aptos"/>
                <a:ea typeface="Aptos"/>
                <a:cs typeface="Aptos"/>
              </a:rPr>
              <a:t>AI Agent Olympics Hackathon | Milan AI Week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1F9A4F-21B9-4E11-8B58-A6EB95B9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Direct fit for AI Agent Olympics: enterprise agents with real deployment.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802643-F6EA-44B2-89CE-2AB3B9DD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The event asks for autonomous agents, agentic workflows, enterprise utility, production-style web apps, and partner technology use.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016973-F85E-44D3-8D15-5E91EB3D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B5C5A8-31E1-45EB-9D2A-5CB271F7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7BF6B2-406D-406C-BB85-BE214A33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Vultr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F0790D-F1F0-4834-B492-CBD957DB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057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Production-style web app deployment on a VM with Docker, Nginx, FastAPI, and Next.js.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91ABB5-6677-4D37-AF17-DB2C78FA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5FD74F-FE71-49D0-8036-635C3F17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0727BD-E4B6-4FED-95C5-ACF74D5A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28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Featherless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ADBCBA-075A-4839-B0FD-C23DF094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09950"/>
            <a:ext cx="2057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OpenAI-compatible inference for specialized reasoning agents when a key is configured.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B2F633-A9EB-412A-A24A-95FC7A23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31AE1A-0E50-4F11-BE45-4D835032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63DCAE-5F9A-4018-AAFB-C55C865D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Speechmatics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B7F8F7-9836-47B8-8528-0415003A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2057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Realtime speech-to-text path plus typed voice mode for reliable judged demos.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19C39E-434F-4ADD-8601-FEA4A8FE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7C1A67-E8D7-4273-8484-E9BEDBC5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7C5924-7563-4DB0-8AF7-4EDC5F15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028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Enterprise utility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C86694-6098-4F76-B0F6-9892DD87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09950"/>
            <a:ext cx="2057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Developer, security, incident response, and AI-governance teams need execution clarity.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86E346-C5E9-4CE0-BAF5-D9252DDE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09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Recommended submission categories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49BC58-CA73-441B-B4FF-6D1FDF10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483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ADE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DE80"/>
                </a:solidFill>
                <a:latin typeface="Aptos"/>
                <a:ea typeface="Aptos"/>
                <a:cs typeface="Aptos"/>
              </a:rPr>
              <a:t>Intelligent Reasoning | Agentic Workflows | Enterprise Utility | Collaborative Systems | Multimodal Intelligence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D37A0D-8DA8-44FE-A2C8-FA72CDE8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43116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1EFCF-19DC-4233-A787-86905138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0459A-BFD4-4928-8D03-02682496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3815E-510B-4484-88F8-6C05D6F6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92FD0-7CEF-4A6F-B6BE-671033AF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97C96-664F-43AC-BC66-30FE350D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498C7-AFFD-4E73-A171-9526E23C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3D52C-9986-4B7D-9CA1-76342185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CA229-22E2-476A-BCC0-8E630B4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224DD-4916-4E77-9ED8-D8376661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BA1C9-33E5-4088-A008-EF1073D5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779BB-42D7-4AB6-B6CA-1CD53ED2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B8C53-60F7-4832-B6C2-03413295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E556E-79AF-41CE-B693-D1175875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D8E19-EF80-4590-B04F-C87C2DCF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64EC6-4F70-4593-81D8-48BF0407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730EE-059E-422C-8304-7FA0AEA9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3B9C4-21E1-411F-8452-B819037B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860AC-B1CD-49BA-9906-E4991E7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FCCF8-33DC-4EA4-A6A3-FF54C222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28A0C-AAED-4B4D-B992-C88E0514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727CD-AC61-4516-8979-B70E1548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FD50C-E3F8-4E9D-8C35-8C314A85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5B95C-8CB7-4676-9F4A-BE108E6D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F8053-1810-43EC-AE32-D4DBB12E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8E109-59F8-4FC8-9818-DABFE7BE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2B440-A06A-400B-BE5A-2F39A069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25C1C-EDC3-42AC-8569-40BE3B7B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E5519-D3A8-4669-963E-65AAEBA2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02676A-7B4D-4152-8396-AFDDE20C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24B432-1C52-410C-9344-95252FF3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rPr>
              <a:t>CREDIBLE ROADMAP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1B2E3D-8DB0-4EE8-A849-B97B6096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086A6A-7B3D-46ED-BFAE-4C61535C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2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278"/>
                </a:solidFill>
                <a:latin typeface="Aptos"/>
                <a:ea typeface="Aptos"/>
                <a:cs typeface="Aptos"/>
              </a:rPr>
              <a:t>AI Agent Olympics Hackathon | Milan AI Week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539FB8-741C-4354-8313-CBC71E48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The credibility move: be honest about static today, runtime tomorrow.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D9A8E7-F3A7-46D5-82A7-954C11F2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809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This prevents overclaiming while making the technical direction stronger.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6F247F-9557-4DBC-AC73-9999E9AA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048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C76970-21A1-49CC-90AF-5CE555A7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81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B9C9B1-5078-4E6B-9306-2954266E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Now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AF96E2-AC24-4A82-BD87-D8B7282D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2724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Static causal reconstruction from AST-lite evidence, GitHub ingestion, trace target slicing, replay path selection, graph-grounded agents, typed voice, Docker/Vultr deployment.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5AF9C2-6D88-4E4D-A349-9F51B6F0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3048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BB7076-E973-4C6F-90E0-17D8A58C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381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FF4A13-AF87-4520-9A73-BF815E80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242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363B3C-E5BA-4B54-A100-78A05C15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05200"/>
            <a:ext cx="2724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Runtime event capture through browser instrumentation, OpenTelemetry spans, backend hooks, and policy-aware trace correlation.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E158F4-9353-405C-AB9C-39A899EA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3048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6"/>
          </a:solidFill>
          <a:ln xmlns:a="http://schemas.openxmlformats.org/drawingml/2006/main" w="9525">
            <a:solidFill>
              <a:srgbClr val="1F3B3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59D23C-E1E5-49C7-AB9A-6774B950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381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8055E1-C2B7-4490-BA33-14924F5B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Defensible future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53AC4D-AD0B-4033-8CDF-22D6FD46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05200"/>
            <a:ext cx="2724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Deterministic replay, attack propagation reconstruction, AI agent audit trails, data-flow and taint analysis, SOC/DFIR integration.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7A8E62-AB3C-4203-B00A-3972C02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958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Do not sell this as another code graph engine. Sell it as causal intelligence for autonomous systems.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405347-60BE-465E-86DA-B64156FB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69694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CD8C14-A07C-4982-92EC-FEF7B476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3623F-B708-4E4F-BA49-0EC88BDB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AD127-0D78-42DD-A6D9-CEFF56DE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715B3-9317-4C09-BE24-203C0DAA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3FE34-DA38-44EF-BBF1-D8ECABD2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E74DE-25EF-4EEF-AB47-FF309426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6C878-9D12-4CC0-8BBD-A7EC89B2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E23E2-5F50-4AA0-8378-E53B29ED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E172C-C84B-499E-BF5F-1074DF06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629CF-7B65-4E29-BE90-B55E8CC2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CD692-C5E4-4EDC-A8F4-5FE081BC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AFA75-9172-4C95-B042-25B692BB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31D10-7048-4D9D-993D-7578188E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690D3-5F0C-4C76-895D-3052A7B7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91B21-0C17-4C2F-A214-0DF68613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F8E74-E848-4DFC-953C-A6B4813B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7A0FD-3995-43CE-A301-8257C25D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61FC9-3DC9-466F-900F-A79E38F8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376F5-E39D-49EA-B820-749AD05A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EBCE8-7A4D-4C44-9F6D-C9057C33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CD80E-1758-4266-AA92-0B0BA07A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113F6-E2EE-4C7C-B994-5A599D68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29CA3-88A9-4D86-978A-C3C335C3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07A01-BE0F-445C-8722-62059687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6D687-C5EE-442F-A352-70465AEA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D8CA8C-28C4-4FCD-B565-C36E8D4C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775E2F-A80C-4192-BA43-C8ACED1F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F7892F-76F4-43D4-96ED-F6AD89BA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B9E23-A1E3-43EE-95DA-9F58B4F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6FE4F-4328-4164-939B-D829D697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8AF"/>
                </a:solidFill>
                <a:latin typeface="Aptos Mono"/>
                <a:ea typeface="Aptos Mono"/>
                <a:cs typeface="Aptos Mono"/>
              </a:rPr>
              <a:t>CLOSE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1469C0-B5C2-4747-8DE3-D3861017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CD988B-58B2-4CB0-8AAA-F817E0FC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2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278"/>
                </a:solidFill>
                <a:latin typeface="Aptos"/>
                <a:ea typeface="Aptos"/>
                <a:cs typeface="Aptos"/>
              </a:rPr>
              <a:t>AI Agent Olympics Hackathon | Milan AI Week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3FE0C-318F-4C8A-9470-88E2373D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942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TraceGrid does not just analyze code.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27A5A2-6A64-45D7-AFC7-6E37BF8F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009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ADE8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4ADE80"/>
                </a:solidFill>
                <a:latin typeface="Aptos Display"/>
                <a:ea typeface="Aptos Display"/>
                <a:cs typeface="Aptos Display"/>
              </a:rPr>
              <a:t>It reconstructs how software behaves.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DD1B82-69C4-4AD7-B226-8C82B42B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Visibly. Causally. Reproducibly.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04B07F-CF91-4D63-9EA9-0767A8BB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05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4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856EB4-631A-4A14-9CB5-3104FD0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71975"/>
            <a:ext cx="1962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FIRST SHOCK: GRAPH REVEAL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469D69-E90D-4EBD-AD7B-00309287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05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4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88CE49-54CD-42FD-8D82-E3F5ACBD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71975"/>
            <a:ext cx="1962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ADE8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ADE80"/>
                </a:solidFill>
                <a:latin typeface="Aptos Mono"/>
                <a:ea typeface="Aptos Mono"/>
                <a:cs typeface="Aptos Mono"/>
              </a:rPr>
              <a:t>MIDDLE AHA: TRACE TARGET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633E13-AE94-4E50-B558-4D196CC6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3000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4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D65D7B-5E35-4E19-930D-2B32B854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71975"/>
            <a:ext cx="2771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FINAL SHIFT: SOFTWARE IS WATCHABLE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5368C7-C76D-476F-9A7D-BB94C284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5FFF7"/>
                </a:solidFill>
                <a:latin typeface="Aptos Display"/>
                <a:ea typeface="Aptos Display"/>
                <a:cs typeface="Aptos Display"/>
              </a:rPr>
              <a:t>Blitz TraceGrid is the explainability layer for autonomous software execution.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4E4756-E3F8-48AE-BAEF-60CCE316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F8278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6934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2026-05-18T05:49:31.6330000Z</dcterms:created>
  <dcterms:modified xsi:type="dcterms:W3CDTF">2026-05-18T05:49:31.6330000Z</dcterms:modified>
</coreProperties>
</file>